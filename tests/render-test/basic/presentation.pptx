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pptxjs fixture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 minimal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Bullet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First bullet</a:t>
            </a:r>
          </a:p>
          <a:p>
            <a:pPr>
              <a:defRPr sz="1800"/>
            </a:pPr>
            <a:r>
              <a:t>Second bullet</a:t>
            </a:r>
          </a:p>
          <a:p>
            <a:pPr>
              <a:defRPr sz="1800"/>
            </a:pPr>
            <a:r>
              <a:t>Third bullet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shape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C0392B"/>
                </a:solidFill>
              </a:rPr>
              <a:t>Free-floating textbox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 image</a:t>
            </a:r>
          </a:p>
        </p:txBody>
      </p:sp>
      <p:pic>
        <p:nvPicPr>
          <p:cNvPr id="3" name="Picture 2" descr="python-powe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828800"/>
            <a:ext cx="36576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Tinted background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Filled shapes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828800"/>
            <a:ext cx="2743200" cy="1371600"/>
          </a:xfrm>
          <a:prstGeom prst="rect">
            <a:avLst/>
          </a:prstGeom>
          <a:solidFill>
            <a:srgbClr val="4F81BD"/>
          </a:solidFill>
          <a:ln w="3810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>
                <a:solidFill>
                  <a:srgbClr val="FFFFFF"/>
                </a:solidFill>
              </a:rPr>
              <a:t>Filled + bordered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0" y="1828800"/>
            <a:ext cx="2743200" cy="1371600"/>
          </a:xfrm>
          <a:prstGeom prst="rect">
            <a:avLst/>
          </a:prstGeom>
          <a:noFill/>
          <a:ln w="19050">
            <a:solidFill>
              <a:srgbClr val="C05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Border only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Effects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828800"/>
            <a:ext cx="2286000" cy="1097280"/>
          </a:xfrm>
          <a:prstGeom prst="rect">
            <a:avLst/>
          </a:prstGeom>
          <a:solidFill>
            <a:srgbClr val="4F81BD"/>
          </a:solidFill>
          <a:effectLst>
            <a:outerShdw blurRad="50800" dist="38100" dir="2700000" algn="tl" rotWithShape="0">
              <a:srgbClr val="000000">
                <a:alpha val="5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>
                <a:solidFill>
                  <a:srgbClr val="FFFFFF"/>
                </a:solidFill>
              </a:rPr>
              <a:t>Outer shadow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0" y="1828800"/>
            <a:ext cx="2286000" cy="1097280"/>
          </a:xfrm>
          <a:prstGeom prst="rect">
            <a:avLst/>
          </a:prstGeom>
          <a:solidFill>
            <a:srgbClr val="FFFFFF"/>
          </a:solidFill>
          <a:ln>
            <a:solidFill>
              <a:srgbClr val="009966"/>
            </a:solidFill>
          </a:ln>
          <a:effectLst>
            <a:glow rad="63500">
              <a:srgbClr val="00CC66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Glow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0" y="1828800"/>
            <a:ext cx="2286000" cy="1097280"/>
          </a:xfrm>
          <a:prstGeom prst="rect">
            <a:avLst/>
          </a:prstGeom>
          <a:solidFill>
            <a:srgbClr val="D9436E"/>
          </a:solidFill>
          <a:effectLst>
            <a:blur rad="38100" grow="1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>
                <a:solidFill>
                  <a:srgbClr val="FFFFFF"/>
                </a:solidFill>
              </a:rPr>
              <a:t>Blur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3657600"/>
            <a:ext cx="2286000" cy="1097280"/>
          </a:xfrm>
          <a:prstGeom prst="rect">
            <a:avLst/>
          </a:prstGeom>
          <a:solidFill>
            <a:srgbClr val="F2F2F2"/>
          </a:solidFill>
          <a:effectLst>
            <a:innerShdw blurRad="63500" dist="25400" dir="13500000">
              <a:srgbClr val="000000">
                <a:alpha val="6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Inner shadow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0" y="3657600"/>
            <a:ext cx="2286000" cy="1097280"/>
          </a:xfrm>
          <a:prstGeom prst="rect">
            <a:avLst/>
          </a:prstGeom>
          <a:solidFill>
            <a:srgbClr val="F79646"/>
          </a:solidFill>
          <a:effectLst>
            <a:softEdge rad="508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Soft edge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9400" y="3657600"/>
            <a:ext cx="2286000" cy="1097280"/>
          </a:xfrm>
          <a:prstGeom prst="rect">
            <a:avLst/>
          </a:prstGeom>
          <a:solidFill>
            <a:srgbClr val="4F81BD"/>
          </a:solidFill>
          <a:effectLst>
            <a:reflection blurRad="6350" stA="50000" stPos="0" endA="300" endPos="50000" dist="381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>
                <a:solidFill>
                  <a:srgbClr val="FFFFFF"/>
                </a:solidFill>
              </a:rPr>
              <a:t>Reflection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table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828800"/>
          <a:ext cx="73152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0"/>
                <a:gridCol w="2438400"/>
                <a:gridCol w="2438400"/>
              </a:tblGrid>
              <a:tr h="914400">
                <a:tc>
                  <a:txBody>
                    <a:bodyPr/>
                    <a:lstStyle/>
                    <a:p>
                      <a:r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Score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r>
                        <a:t>Alice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Engineer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92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r>
                        <a:t>Bob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Designer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88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