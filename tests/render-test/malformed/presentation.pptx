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Fixture Author" initials="F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98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4-01-15T10:00:00Z" idx="1">
    <p:pos x="1828800" y="1143000"/>
    <p:text>Sample review comment for testing.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  <a:p>
            <a:r>
              <a:t>Second line of notes for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99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pptxjs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minimal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0392B"/>
                </a:solidFill>
              </a:rPr>
              <a:t>Free-floating textbox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image</a:t>
            </a:r>
          </a:p>
        </p:txBody>
      </p:sp>
      <p:pic>
        <p:nvPicPr>
          <p:cNvPr id="3" name="Picture 2" descr="python-pow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Tinted background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Filled shapes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solidFill>
            <a:srgbClr val="4F81BD"/>
          </a:solidFill>
          <a:ln w="381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Filled + bordered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743200" cy="1371600"/>
          </a:xfrm>
          <a:prstGeom prst="rect">
            <a:avLst/>
          </a:prstGeom>
          <a:noFill/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Border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