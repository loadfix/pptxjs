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 show="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p="http://schemas.openxmlformats.org/presentationml/2006/main">
  <p:cmAuthor id="0" name="Fixture Author" initials="F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98" Type="http://schemas.openxmlformats.org/officeDocument/2006/relationships/commentAuthors" Target="commentAuthor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omments/comment1.xml><?xml version="1.0" encoding="utf-8"?>
<p:cmLst xmlns:p="http://schemas.openxmlformats.org/presentationml/2006/main">
  <p:cm authorId="0" dt="2024-01-15T10:00:00Z" idx="1">
    <p:pos x="1828800" y="1143000"/>
    <p:text>Sample review comment for testing.</p:tex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  <a:p>
            <a:r>
              <a:t>Second line of notes for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99" Type="http://schemas.openxmlformats.org/officeDocument/2006/relationships/comments" Target="../comments/commen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pptxjs fixture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minimal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Bullet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</a:t>
            </a:r>
          </a:p>
          <a:p>
            <a:pPr>
              <a:defRPr sz="1800"/>
            </a:pPr>
            <a:r>
              <a:t>Second bullet</a:t>
            </a:r>
          </a:p>
          <a:p>
            <a:pPr>
              <a:defRPr sz="1800"/>
            </a:pPr>
            <a:r>
              <a:t>Third bullet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shape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C0392B"/>
                </a:solidFill>
              </a:rPr>
              <a:t>Free-floating textbox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 image</a:t>
            </a:r>
          </a:p>
        </p:txBody>
      </p:sp>
      <p:pic>
        <p:nvPicPr>
          <p:cNvPr id="3" name="Picture 2" descr="python-pow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28800"/>
            <a:ext cx="36576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Tinted background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Filled shapes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2743200" cy="1371600"/>
          </a:xfrm>
          <a:prstGeom prst="rect">
            <a:avLst/>
          </a:prstGeom>
          <a:solidFill>
            <a:srgbClr val="4F81BD"/>
          </a:solidFill>
          <a:ln w="3810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Filled + bordered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1828800"/>
            <a:ext cx="2743200" cy="1371600"/>
          </a:xfrm>
          <a:prstGeom prst="rect">
            <a:avLst/>
          </a:prstGeom>
          <a:noFill/>
          <a:ln w="19050"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Border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Preset shapes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1828800" cy="1371600"/>
          </a:xfrm>
          <a:prstGeom prst="roundRect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2971800" y="1645920"/>
            <a:ext cx="1828800" cy="1371600"/>
          </a:xfrm>
          <a:prstGeom prst="diamond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257800" y="1645920"/>
            <a:ext cx="1828800" cy="1371600"/>
          </a:xfrm>
          <a:prstGeom prst="ellipse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Up Arrow 5"/>
          <p:cNvSpPr/>
          <p:nvPr/>
        </p:nvSpPr>
        <p:spPr>
          <a:xfrm>
            <a:off x="685800" y="3474720"/>
            <a:ext cx="1828800" cy="1371600"/>
          </a:xfrm>
          <a:prstGeom prst="upArrow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2971800" y="3474720"/>
            <a:ext cx="1828800" cy="1371600"/>
          </a:xfrm>
          <a:prstGeom prst="star5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entagon 7"/>
          <p:cNvSpPr/>
          <p:nvPr/>
        </p:nvSpPr>
        <p:spPr>
          <a:xfrm>
            <a:off x="5257800" y="3474720"/>
            <a:ext cx="1828800" cy="1371600"/>
          </a:xfrm>
          <a:prstGeom prst="homePlate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Rotated &amp; flipped</a:t>
            </a:r>
          </a:p>
        </p:txBody>
      </p:sp>
      <p:sp>
        <p:nvSpPr>
          <p:cNvPr id="3" name="TextBox 2"/>
          <p:cNvSpPr txBox="1"/>
          <p:nvPr/>
        </p:nvSpPr>
        <p:spPr>
          <a:xfrm rot="1800000">
            <a:off x="914400" y="18288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Rotated 30 degrees</a:t>
            </a:r>
          </a:p>
        </p:txBody>
      </p:sp>
      <p:sp>
        <p:nvSpPr>
          <p:cNvPr id="4" name="Right Arrow 3"/>
          <p:cNvSpPr/>
          <p:nvPr/>
        </p:nvSpPr>
        <p:spPr>
          <a:xfrm flipH="1">
            <a:off x="4572000" y="1828800"/>
            <a:ext cx="1828800" cy="914400"/>
          </a:xfrm>
          <a:prstGeom prst="rightArrow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ython-pow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00000">
            <a:off x="3657600" y="3657600"/>
            <a:ext cx="18288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Effects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828800"/>
            <a:ext cx="2286000" cy="1097280"/>
          </a:xfrm>
          <a:prstGeom prst="rect">
            <a:avLst/>
          </a:prstGeom>
          <a:solidFill>
            <a:srgbClr val="4F81BD"/>
          </a:solidFill>
          <a:effectLst>
            <a:outerShdw blurRad="50800" dist="38100" dir="2700000" algn="tl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Outer shadow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1828800"/>
            <a:ext cx="228600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009966"/>
            </a:solidFill>
          </a:ln>
          <a:effectLst>
            <a:glow rad="63500">
              <a:srgbClr val="00CC66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Glow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0" y="1828800"/>
            <a:ext cx="2286000" cy="1097280"/>
          </a:xfrm>
          <a:prstGeom prst="rect">
            <a:avLst/>
          </a:prstGeom>
          <a:solidFill>
            <a:srgbClr val="D9436E"/>
          </a:solidFill>
          <a:effectLst>
            <a:blur rad="38100" grow="1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Blur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657600"/>
            <a:ext cx="2286000" cy="1097280"/>
          </a:xfrm>
          <a:prstGeom prst="rect">
            <a:avLst/>
          </a:prstGeom>
          <a:solidFill>
            <a:srgbClr val="F2F2F2"/>
          </a:solidFill>
          <a:effectLst>
            <a:innerShdw blurRad="63500" dist="25400" dir="13500000">
              <a:srgbClr val="000000">
                <a:alpha val="6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Inner shadow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3657600"/>
            <a:ext cx="2286000" cy="1097280"/>
          </a:xfrm>
          <a:prstGeom prst="rect">
            <a:avLst/>
          </a:prstGeom>
          <a:solidFill>
            <a:srgbClr val="F79646"/>
          </a:solidFill>
          <a:effectLst>
            <a:softEdge rad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Soft edge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3657600"/>
            <a:ext cx="2286000" cy="1097280"/>
          </a:xfrm>
          <a:prstGeom prst="rect">
            <a:avLst/>
          </a:prstGeom>
          <a:solidFill>
            <a:srgbClr val="4F81BD"/>
          </a:solidFill>
          <a:effectLst>
            <a:reflection blurRad="6350" stA="50000" stPos="0" endA="300" endPos="50000" dist="381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Reflection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Image adjustments</a:t>
            </a:r>
          </a:p>
        </p:txBody>
      </p:sp>
      <p:pic>
        <p:nvPicPr>
          <p:cNvPr id="3" name="Picture 2" descr="python-powered.png"/>
          <p:cNvPicPr>
            <a:picLocks noChangeAspect="1"/>
          </p:cNvPicPr>
          <p:nvPr/>
        </p:nvPicPr>
        <p:blipFill>
          <a:srcRect l="20000" t="10000" r="20000" b="10000"/>
          <a:blip r:embed="rId2"/>
          <a:stretch>
            <a:fillRect/>
          </a:stretch>
        </p:blipFill>
        <p:spPr>
          <a:xfrm>
            <a:off x="457200" y="1645920"/>
            <a:ext cx="2286000" cy="1645920"/>
          </a:xfrm>
          <a:prstGeom prst="rect">
            <a:avLst/>
          </a:prstGeom>
        </p:spPr>
      </p:pic>
      <p:pic>
        <p:nvPicPr>
          <p:cNvPr id="4" name="Picture 3" descr="python-powered.png"/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>
            <a:off x="3017520" y="1645920"/>
            <a:ext cx="2286000" cy="1645920"/>
          </a:xfrm>
          <a:prstGeom prst="rect">
            <a:avLst/>
          </a:prstGeom>
        </p:spPr>
      </p:pic>
      <p:pic>
        <p:nvPicPr>
          <p:cNvPr id="5" name="Picture 4" descr="python-powered.png"/>
          <p:cNvPicPr>
            <a:picLocks noChangeAspect="1"/>
          </p:cNvPicPr>
          <p:nvPr/>
        </p:nvPicPr>
        <p:blipFill>
          <a:blip r:embed="rId2">
            <a:lum bright="20000" contrast="30000"/>
          </a:blip>
          <a:stretch>
            <a:fillRect/>
          </a:stretch>
        </p:blipFill>
        <p:spPr>
          <a:xfrm>
            <a:off x="5577840" y="1645920"/>
            <a:ext cx="2286000" cy="1645920"/>
          </a:xfrm>
          <a:prstGeom prst="rect">
            <a:avLst/>
          </a:prstGeom>
        </p:spPr>
      </p:pic>
      <p:pic>
        <p:nvPicPr>
          <p:cNvPr id="6" name="Picture 5" descr="python-powered.png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457200" y="3840480"/>
            <a:ext cx="2286000" cy="1645920"/>
          </a:xfrm>
          <a:prstGeom prst="rect">
            <a:avLst/>
          </a:prstGeom>
        </p:spPr>
      </p:pic>
      <p:pic>
        <p:nvPicPr>
          <p:cNvPr id="7" name="Picture 6" descr="python-powered.png"/>
          <p:cNvPicPr>
            <a:picLocks noChangeAspect="1"/>
          </p:cNvPicPr>
          <p:nvPr/>
        </p:nvPicPr>
        <p:blipFill>
          <a:blip r:embed="rId2">
            <a:biLevel thresh="50000"/>
          </a:blip>
          <a:stretch>
            <a:fillRect/>
          </a:stretch>
        </p:blipFill>
        <p:spPr>
          <a:xfrm>
            <a:off x="3017520" y="3840480"/>
            <a:ext cx="2286000" cy="1645920"/>
          </a:xfrm>
          <a:prstGeom prst="rect">
            <a:avLst/>
          </a:prstGeom>
        </p:spPr>
      </p:pic>
      <p:pic>
        <p:nvPicPr>
          <p:cNvPr id="8" name="Picture 7" descr="python-powered.png"/>
          <p:cNvPicPr>
            <a:picLocks noChangeAspect="1"/>
          </p:cNvPicPr>
          <p:nvPr/>
        </p:nvPicPr>
        <p:blipFill>
          <a:blip r:embed="rId2">
            <a:duotone>
              <a:srgbClr val="1F3A93"/>
              <a:srgbClr val="FFD9B3"/>
            </a:duotone>
          </a:blip>
          <a:stretch>
            <a:fillRect/>
          </a:stretch>
        </p:blipFill>
        <p:spPr>
          <a:xfrm>
            <a:off x="5577840" y="3840480"/>
            <a:ext cx="228600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914400">
                <a:tc>
                  <a:txBody>
                    <a:bodyPr/>
                    <a:lstStyle/>
                    <a:p>
                      <a: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Score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Alice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Engineer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92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Designer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Gradient fill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5486400" cy="1828800"/>
          </a:xfrm>
          <a:prstGeom prst="rect">
            <a:avLst/>
          </a:prstGeom>
          <a:gradFill flip="none" rotWithShape="1">
            <a:gsLst>
              <a:gs pos="0">
                <a:srgbClr val="4F81BD"/>
              </a:gs>
              <a:gs pos="100000">
                <a:srgbClr val="C0504D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Linear gradient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Picture fill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828800"/>
            <a:ext cx="45720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Lines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1828800"/>
            <a:ext cx="2743200" cy="0"/>
          </a:xfrm>
          <a:prstGeom prst="line">
            <a:avLst/>
          </a:prstGeom>
          <a:ln w="19050">
            <a:solidFill>
              <a:srgbClr val="1F4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400" y="2286000"/>
            <a:ext cx="2743200" cy="0"/>
          </a:xfrm>
          <a:prstGeom prst="line">
            <a:avLst/>
          </a:prstGeom>
          <a:ln w="19050">
            <a:solidFill>
              <a:srgbClr val="C0504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400" y="2743200"/>
            <a:ext cx="2743200" cy="0"/>
          </a:xfrm>
          <a:prstGeom prst="line">
            <a:avLst/>
          </a:prstGeom>
          <a:ln w="19050">
            <a:solidFill>
              <a:srgbClr val="4F81BD"/>
            </a:solidFill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14400" y="3200400"/>
            <a:ext cx="2743200" cy="0"/>
          </a:xfrm>
          <a:prstGeom prst="line">
            <a:avLst/>
          </a:prstGeom>
          <a:ln w="19050">
            <a:solidFill>
              <a:srgbClr val="5A7A3B"/>
            </a:solidFill>
            <a:prstDash val="lg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029200" y="1828800"/>
            <a:ext cx="2743200" cy="0"/>
          </a:xfrm>
          <a:prstGeom prst="line">
            <a:avLst/>
          </a:prstGeom>
          <a:ln w="19050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029200" y="2286000"/>
            <a:ext cx="2743200" cy="0"/>
          </a:xfrm>
          <a:prstGeom prst="line">
            <a:avLst/>
          </a:prstGeom>
          <a:ln w="19050">
            <a:solidFill>
              <a:srgbClr val="C0504D"/>
            </a:solidFill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029200" y="2743200"/>
            <a:ext cx="2743200" cy="0"/>
          </a:xfrm>
          <a:prstGeom prst="line">
            <a:avLst/>
          </a:prstGeom>
          <a:ln w="19050">
            <a:solidFill>
              <a:srgbClr val="4F81BD"/>
            </a:solidFill>
            <a:prstDash val="dash"/>
            <a:headEnd type="diamond" w="med" len="med"/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914400" y="4114800"/>
            <a:ext cx="2743200" cy="1371600"/>
          </a:xfrm>
          <a:prstGeom prst="rect">
            <a:avLst/>
          </a:prstGeom>
          <a:noFill/>
          <a:ln w="28575" cap="rnd">
            <a:solidFill>
              <a:srgbClr val="C0504D"/>
            </a:solidFill>
            <a:prstDash val="dot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Dotted border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4114800"/>
            <a:ext cx="2743200" cy="1371600"/>
          </a:xfrm>
          <a:prstGeom prst="rect">
            <a:avLst/>
          </a:prstGeom>
          <a:noFill/>
          <a:ln w="38100" cmpd="dbl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Double border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Plain then </a:t>
            </a:r>
            <a:r>
              <a:rPr u="sng"/>
              <a:t>underlined</a:t>
            </a:r>
            <a:r>
              <a:t> then </a:t>
            </a:r>
            <a:r>
              <a:rPr strike="sngStrike"/>
              <a:t>strikethrough</a:t>
            </a:r>
            <a:r>
              <a:t>.</a:t>
            </a:r>
          </a:p>
          <a:p>
            <a:r>
              <a:t>E = mc</a:t>
            </a:r>
            <a:r>
              <a:rPr baseline="30000"/>
              <a:t>2</a:t>
            </a:r>
            <a:r>
              <a:t>, H</a:t>
            </a:r>
            <a:r>
              <a:rPr baseline="-25000"/>
              <a:t>2</a:t>
            </a:r>
            <a:r>
              <a:t>O, </a:t>
            </a:r>
            <a:r>
              <a:rPr spc="200"/>
              <a:t>l e t t e r   s p a c e d</a:t>
            </a:r>
          </a:p>
          <a:p>
            <a:pPr>
              <a:lnSpc>
                <a:spcPct val="150000"/>
              </a:lnSpc>
            </a:pPr>
            <a:r>
              <a:t>This paragraph uses 1.5x line spacing so you can see the extra vertical room between wrapped lines. Quick brown foxes and lazy dogs.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828800"/>
          <a:ext cx="5486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Hidden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