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pptxjs fixture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A minimal presentation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Bullet points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First bullet</a:t>
            </a:r>
          </a:p>
          <a:p>
            <a:pPr>
              <a:defRPr sz="1800"/>
            </a:pPr>
            <a:r>
              <a:t>Second bullet</a:t>
            </a:r>
          </a:p>
          <a:p>
            <a:pPr>
              <a:defRPr sz="1800"/>
            </a:pPr>
            <a:r>
              <a:t>Third bullet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 shape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C0392B"/>
                </a:solidFill>
              </a:rPr>
              <a:t>Free-floating textbox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An image</a:t>
            </a:r>
          </a:p>
        </p:txBody>
      </p:sp>
      <p:pic>
        <p:nvPicPr>
          <p:cNvPr id="3" name="Picture 2" descr="python-powe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0" y="1828800"/>
            <a:ext cx="36576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Tinted background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Filled shapes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1828800"/>
            <a:ext cx="2743200" cy="1371600"/>
          </a:xfrm>
          <a:prstGeom prst="rect">
            <a:avLst/>
          </a:prstGeom>
          <a:solidFill>
            <a:srgbClr val="4F81BD"/>
          </a:solidFill>
          <a:ln w="38100">
            <a:solidFill>
              <a:srgbClr val="1F49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>
                <a:solidFill>
                  <a:srgbClr val="FFFFFF"/>
                </a:solidFill>
              </a:rPr>
              <a:t>Filled + bordered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0" y="1828800"/>
            <a:ext cx="2743200" cy="1371600"/>
          </a:xfrm>
          <a:prstGeom prst="rect">
            <a:avLst/>
          </a:prstGeom>
          <a:noFill/>
          <a:ln w="19050">
            <a:solidFill>
              <a:srgbClr val="C050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Border only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 table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914400" y="1828800"/>
          <a:ext cx="73152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38400"/>
                <a:gridCol w="2438400"/>
                <a:gridCol w="2438400"/>
              </a:tblGrid>
              <a:tr h="914400">
                <a:tc>
                  <a:txBody>
                    <a:bodyPr/>
                    <a:lstStyle/>
                    <a:p>
                      <a:r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Role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Score</a:t>
                      </a:r>
                    </a:p>
                  </a:txBody>
                  <a:tcPr/>
                </a:tc>
              </a:tr>
              <a:tr h="914400">
                <a:tc>
                  <a:txBody>
                    <a:bodyPr/>
                    <a:lstStyle/>
                    <a:p>
                      <a:r>
                        <a:t>Alice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Engineer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92</a:t>
                      </a:r>
                    </a:p>
                  </a:txBody>
                  <a:tcPr/>
                </a:tc>
              </a:tr>
              <a:tr h="914400">
                <a:tc>
                  <a:txBody>
                    <a:bodyPr/>
                    <a:lstStyle/>
                    <a:p>
                      <a:r>
                        <a:t>Bob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Designer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88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