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pptxjs fixture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minimal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</a:t>
            </a:r>
          </a:p>
          <a:p>
            <a:pPr>
              <a:defRPr sz="1800"/>
            </a:pPr>
            <a:r>
              <a:t>Second bullet</a:t>
            </a:r>
          </a:p>
          <a:p>
            <a:pPr>
              <a:defRPr sz="1800"/>
            </a:pPr>
            <a:r>
              <a:t>Third bullet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0392B"/>
                </a:solidFill>
              </a:rPr>
              <a:t>Free-floating textbox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image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Tinted background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Filled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743200" cy="1371600"/>
          </a:xfrm>
          <a:prstGeom prst="rect">
            <a:avLst/>
          </a:prstGeom>
          <a:solidFill>
            <a:srgbClr val="4F81BD"/>
          </a:solidFill>
          <a:ln w="381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Filled + bordered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828800"/>
            <a:ext cx="2743200" cy="1371600"/>
          </a:xfrm>
          <a:prstGeom prst="rect">
            <a:avLst/>
          </a:prstGeom>
          <a:noFill/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Border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Preset shapes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1828800" cy="1371600"/>
          </a:xfrm>
          <a:prstGeom prst="roundRect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2971800" y="1645920"/>
            <a:ext cx="1828800" cy="1371600"/>
          </a:xfrm>
          <a:prstGeom prst="diamond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57800" y="1645920"/>
            <a:ext cx="1828800" cy="1371600"/>
          </a:xfrm>
          <a:prstGeom prst="ellipse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Up Arrow 5"/>
          <p:cNvSpPr/>
          <p:nvPr/>
        </p:nvSpPr>
        <p:spPr>
          <a:xfrm>
            <a:off x="685800" y="3474720"/>
            <a:ext cx="1828800" cy="1371600"/>
          </a:xfrm>
          <a:prstGeom prst="upArrow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2971800" y="3474720"/>
            <a:ext cx="1828800" cy="1371600"/>
          </a:xfrm>
          <a:prstGeom prst="star5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entagon 7"/>
          <p:cNvSpPr/>
          <p:nvPr/>
        </p:nvSpPr>
        <p:spPr>
          <a:xfrm>
            <a:off x="5257800" y="3474720"/>
            <a:ext cx="1828800" cy="1371600"/>
          </a:xfrm>
          <a:prstGeom prst="homePlate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