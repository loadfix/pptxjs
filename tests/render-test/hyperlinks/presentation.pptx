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com" TargetMode="External"/><Relationship Id="rId3" Type="http://schemas.openxmlformats.org/officeDocument/2006/relationships/hyperlink" Target="mailto:hi@example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ppaction://hlinkshowjump?jump=nextslid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1.xml"/><Relationship Id="rId3" Type="http://schemas.openxmlformats.org/officeDocument/2006/relationships/image" Target="../media/image1.png"/><Relationship Id="rId4" Type="http://schemas.openxmlformats.org/officeDocument/2006/relationships/hyperlink" Target="https://python.org" TargetMode="External"/><Relationship Id="rId5" Type="http://schemas.openxmlformats.org/officeDocument/2006/relationships/hyperlink" Target="javascript:alert(1)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hyperlinks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Visit </a:t>
            </a:r>
            <a:r>
              <a:rPr sz="2400">
                <a:hlinkClick r:id="rId2"/>
              </a:rPr>
              <a:t>example.com</a:t>
            </a:r>
            <a:r>
              <a:t> or email </a:t>
            </a:r>
            <a:r>
              <a:rPr sz="2400">
                <a:hlinkClick r:id="rId3"/>
              </a:rPr>
              <a:t>hi@example.com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→ next slide</a:t>
            </a:r>
          </a:p>
        </p:txBody>
      </p:sp>
      <p:sp>
        <p:nvSpPr>
          <p:cNvPr id="3" name="Rounded Rectangle 2">
            <a:hlinkClick r:id="rId2" action="ppaction://hlinkshowjump?jump=nextslide"/>
          </p:cNvPr>
          <p:cNvSpPr/>
          <p:nvPr/>
        </p:nvSpPr>
        <p:spPr>
          <a:xfrm>
            <a:off x="2743200" y="2743200"/>
            <a:ext cx="3657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 to next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hyperlinks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914400" y="365760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 to slide 1</a:t>
            </a:r>
          </a:p>
        </p:txBody>
      </p:sp>
      <p:pic>
        <p:nvPicPr>
          <p:cNvPr id="4" name="Picture 3" descr="python-powered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27432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/>
              </a:rPr>
              <a:t>unsafe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