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pptxjs fixture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minimal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Bullet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</a:t>
            </a:r>
          </a:p>
          <a:p>
            <a:pPr>
              <a:defRPr sz="1800"/>
            </a:pPr>
            <a:r>
              <a:t>Second bullet</a:t>
            </a:r>
          </a:p>
          <a:p>
            <a:pPr>
              <a:defRPr sz="1800"/>
            </a:pPr>
            <a:r>
              <a:t>Third bullet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shape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C0392B"/>
                </a:solidFill>
              </a:rPr>
              <a:t>Free-floating textbox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 image</a:t>
            </a:r>
          </a:p>
        </p:txBody>
      </p:sp>
      <p:pic>
        <p:nvPicPr>
          <p:cNvPr id="3" name="Picture 2" descr="python-pow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28800"/>
            <a:ext cx="36576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Tinted background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Filled shapes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2743200" cy="1371600"/>
          </a:xfrm>
          <a:prstGeom prst="rect">
            <a:avLst/>
          </a:prstGeom>
          <a:solidFill>
            <a:srgbClr val="4F81BD"/>
          </a:solidFill>
          <a:ln w="3810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Filled + bordered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1828800"/>
            <a:ext cx="2743200" cy="1371600"/>
          </a:xfrm>
          <a:prstGeom prst="rect">
            <a:avLst/>
          </a:prstGeom>
          <a:noFill/>
          <a:ln w="19050"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Border only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table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914400">
                <a:tc>
                  <a:txBody>
                    <a:bodyPr/>
                    <a:lstStyle/>
                    <a:p>
                      <a: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Score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Alice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Engineer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92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Bob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Designer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Plain then </a:t>
            </a:r>
            <a:r>
              <a:rPr u="sng"/>
              <a:t>underlined</a:t>
            </a:r>
            <a:r>
              <a:t> then </a:t>
            </a:r>
            <a:r>
              <a:rPr strike="sngStrike"/>
              <a:t>strikethrough</a:t>
            </a:r>
            <a:r>
              <a:t>.</a:t>
            </a:r>
          </a:p>
          <a:p>
            <a:r>
              <a:t>E = mc</a:t>
            </a:r>
            <a:r>
              <a:rPr baseline="30000"/>
              <a:t>2</a:t>
            </a:r>
            <a:r>
              <a:t>, H</a:t>
            </a:r>
            <a:r>
              <a:rPr baseline="-25000"/>
              <a:t>2</a:t>
            </a:r>
            <a:r>
              <a:t>O, </a:t>
            </a:r>
            <a:r>
              <a:rPr spc="200"/>
              <a:t>l e t t e r   s p a c e d</a:t>
            </a:r>
          </a:p>
          <a:p>
            <a:pPr>
              <a:lnSpc>
                <a:spcPct val="150000"/>
              </a:lnSpc>
            </a:pPr>
            <a:r>
              <a:t>This paragraph uses 1.5x line spacing so you can see the extra vertical room between wrapped lines. Quick brown foxes and lazy dogs.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