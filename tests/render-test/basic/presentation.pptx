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0" name="Fixture Author" initials="F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98" Type="http://schemas.openxmlformats.org/officeDocument/2006/relationships/commentAuthors" Target="commentAuthor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1.xml><?xml version="1.0" encoding="utf-8"?>
<p:cmLst xmlns:p="http://schemas.openxmlformats.org/presentationml/2006/main">
  <p:cm authorId="0" dt="2024-01-15T10:00:00Z" idx="1">
    <p:pos x="1828800" y="1143000"/>
    <p:text>Sample review comment for testing.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  <a:p>
            <a:r>
              <a:t>Second line of notes for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99" Type="http://schemas.openxmlformats.org/officeDocument/2006/relationships/comments" Target="../comments/commen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Preset shapes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828800" cy="1371600"/>
          </a:xfrm>
          <a:prstGeom prst="roundRect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971800" y="1645920"/>
            <a:ext cx="1828800" cy="1371600"/>
          </a:xfrm>
          <a:prstGeom prst="diamond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0" y="1645920"/>
            <a:ext cx="1828800" cy="1371600"/>
          </a:xfrm>
          <a:prstGeom prst="ellips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Up Arrow 5"/>
          <p:cNvSpPr/>
          <p:nvPr/>
        </p:nvSpPr>
        <p:spPr>
          <a:xfrm>
            <a:off x="685800" y="3474720"/>
            <a:ext cx="1828800" cy="1371600"/>
          </a:xfrm>
          <a:prstGeom prst="upArrow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2971800" y="3474720"/>
            <a:ext cx="1828800" cy="1371600"/>
          </a:xfrm>
          <a:prstGeom prst="star5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5257800" y="3474720"/>
            <a:ext cx="1828800" cy="1371600"/>
          </a:xfrm>
          <a:prstGeom prst="homePlate">
            <a:avLst/>
          </a:prstGeom>
          <a:solidFill>
            <a:srgbClr val="4F81BD"/>
          </a:solidFill>
          <a:ln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Rotated &amp; flipped</a:t>
            </a:r>
          </a:p>
        </p:txBody>
      </p:sp>
      <p:sp>
        <p:nvSpPr>
          <p:cNvPr id="3" name="TextBox 2"/>
          <p:cNvSpPr txBox="1"/>
          <p:nvPr/>
        </p:nvSpPr>
        <p:spPr>
          <a:xfrm rot="1800000">
            <a:off x="914400" y="18288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Rotated 30 degrees</a:t>
            </a:r>
          </a:p>
        </p:txBody>
      </p:sp>
      <p:sp>
        <p:nvSpPr>
          <p:cNvPr id="4" name="Right Arrow 3"/>
          <p:cNvSpPr/>
          <p:nvPr/>
        </p:nvSpPr>
        <p:spPr>
          <a:xfrm flipH="1">
            <a:off x="4572000" y="1828800"/>
            <a:ext cx="1828800" cy="914400"/>
          </a:xfrm>
          <a:prstGeom prst="rightArrow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>
            <a:off x="3657600" y="3657600"/>
            <a:ext cx="18288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Effects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Outer shadow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009966"/>
            </a:solidFill>
          </a:ln>
          <a:effectLst>
            <a:glow rad="63500">
              <a:srgbClr val="00CC66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828800"/>
            <a:ext cx="2286000" cy="1097280"/>
          </a:xfrm>
          <a:prstGeom prst="rect">
            <a:avLst/>
          </a:prstGeom>
          <a:solidFill>
            <a:srgbClr val="D9436E"/>
          </a:solidFill>
          <a:effectLst>
            <a:blur rad="38100" grow="1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Blur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657600"/>
            <a:ext cx="2286000" cy="1097280"/>
          </a:xfrm>
          <a:prstGeom prst="rect">
            <a:avLst/>
          </a:prstGeom>
          <a:solidFill>
            <a:srgbClr val="F2F2F2"/>
          </a:solidFill>
          <a:effectLst>
            <a:innerShdw blurRad="63500" dist="25400" dir="13500000">
              <a:srgbClr val="000000">
                <a:alpha val="6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Inner shadow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657600"/>
            <a:ext cx="2286000" cy="1097280"/>
          </a:xfrm>
          <a:prstGeom prst="rect">
            <a:avLst/>
          </a:prstGeom>
          <a:solidFill>
            <a:srgbClr val="F79646"/>
          </a:solidFill>
          <a:effectLst>
            <a:softEdge rad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Soft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3657600"/>
            <a:ext cx="2286000" cy="1097280"/>
          </a:xfrm>
          <a:prstGeom prst="rect">
            <a:avLst/>
          </a:prstGeom>
          <a:solidFill>
            <a:srgbClr val="4F81BD"/>
          </a:solidFill>
          <a:effectLst>
            <a:reflection blurRad="6350" stA="50000" stPos="0" endA="300" endPos="50000" dist="38100" dir="5400000" sy="-100000" algn="bl" rotWithShape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Reflection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adjustments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srcRect l="20000" t="10000" r="20000" b="10000"/>
          <a:blip r:embed="rId2"/>
          <a:stretch>
            <a:fillRect/>
          </a:stretch>
        </p:blipFill>
        <p:spPr>
          <a:xfrm>
            <a:off x="457200" y="1645920"/>
            <a:ext cx="2286000" cy="1645920"/>
          </a:xfrm>
          <a:prstGeom prst="rect">
            <a:avLst/>
          </a:prstGeom>
        </p:spPr>
      </p:pic>
      <p:pic>
        <p:nvPicPr>
          <p:cNvPr id="4" name="Picture 3" descr="python-powered.png"/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3017520" y="1645920"/>
            <a:ext cx="2286000" cy="1645920"/>
          </a:xfrm>
          <a:prstGeom prst="rect">
            <a:avLst/>
          </a:prstGeom>
        </p:spPr>
      </p:pic>
      <p:pic>
        <p:nvPicPr>
          <p:cNvPr id="5" name="Picture 4" descr="python-powered.png"/>
          <p:cNvPicPr>
            <a:picLocks noChangeAspect="1"/>
          </p:cNvPicPr>
          <p:nvPr/>
        </p:nvPicPr>
        <p:blipFill>
          <a:blip r:embed="rId2">
            <a:lum bright="20000" contrast="30000"/>
          </a:blip>
          <a:stretch>
            <a:fillRect/>
          </a:stretch>
        </p:blipFill>
        <p:spPr>
          <a:xfrm>
            <a:off x="5577840" y="1645920"/>
            <a:ext cx="2286000" cy="1645920"/>
          </a:xfrm>
          <a:prstGeom prst="rect">
            <a:avLst/>
          </a:prstGeom>
        </p:spPr>
      </p:pic>
      <p:pic>
        <p:nvPicPr>
          <p:cNvPr id="6" name="Picture 5" descr="python-powered.png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457200" y="3840480"/>
            <a:ext cx="2286000" cy="1645920"/>
          </a:xfrm>
          <a:prstGeom prst="rect">
            <a:avLst/>
          </a:prstGeom>
        </p:spPr>
      </p:pic>
      <p:pic>
        <p:nvPicPr>
          <p:cNvPr id="7" name="Picture 6" descr="python-powered.png"/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3017520" y="3840480"/>
            <a:ext cx="2286000" cy="1645920"/>
          </a:xfrm>
          <a:prstGeom prst="rect">
            <a:avLst/>
          </a:prstGeom>
        </p:spPr>
      </p:pic>
      <p:pic>
        <p:nvPicPr>
          <p:cNvPr id="8" name="Picture 7" descr="python-powered.png"/>
          <p:cNvPicPr>
            <a:picLocks noChangeAspect="1"/>
          </p:cNvPicPr>
          <p:nvPr/>
        </p:nvPicPr>
        <p:blipFill>
          <a:blip r:embed="rId2">
            <a:duotone>
              <a:srgbClr val="1F3A93"/>
              <a:srgbClr val="FFD9B3"/>
            </a:duotone>
          </a:blip>
          <a:stretch>
            <a:fillRect/>
          </a:stretch>
        </p:blipFill>
        <p:spPr>
          <a:xfrm>
            <a:off x="5577840" y="3840480"/>
            <a:ext cx="22860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828800"/>
            <a:ext cx="1828800" cy="1828800"/>
          </a:xfrm>
          <a:solidFill>
            <a:srgbClr val="4F81B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50000"/>
                </a:moveTo>
                <a:lnTo>
                  <a:pt x="100000" y="50000"/>
                </a:lnTo>
                <a:arcTo wR="50000" hR="50000" stAng="0" swAng="5400000"/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971800" y="1828800"/>
            <a:ext cx="1828800" cy="1828800"/>
          </a:xfrm>
          <a:solidFill>
            <a:srgbClr val="C0504D"/>
          </a:solidFill>
          <a:custGeom>
            <a:avLst/>
            <a:gdLst/>
            <a:ahLst/>
            <a:cxnLst/>
            <a:rect l="0" t="0" r="0" b="0"/>
            <a:pathLst>
              <a:path w="100000" h="100000">
                <a:moveTo>
                  <a:pt x="50000" y="0"/>
                </a:moveTo>
                <a:lnTo>
                  <a:pt x="100000" y="50000"/>
                </a:lnTo>
                <a:lnTo>
                  <a:pt x="50000" y="100000"/>
                </a:lnTo>
                <a:lnTo>
                  <a:pt x="0" y="50000"/>
                </a:lnTo>
                <a:close/>
              </a:path>
              <a:path w="100000" h="100000">
                <a:moveTo>
                  <a:pt x="50000" y="25000"/>
                </a:moveTo>
                <a:lnTo>
                  <a:pt x="75000" y="50000"/>
                </a:lnTo>
                <a:lnTo>
                  <a:pt x="50000" y="75000"/>
                </a:lnTo>
                <a:lnTo>
                  <a:pt x="25000" y="50000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57800" y="1828800"/>
            <a:ext cx="2743200" cy="1828800"/>
          </a:xfrm>
          <a:solidFill>
            <a:srgbClr val="4FBD81"/>
          </a:solidFill>
          <a:ln w="38100">
            <a:solidFill>
              <a:srgbClr val="1F497D"/>
            </a:solidFill>
          </a:ln>
          <a:custGeom>
            <a:avLst/>
            <a:gdLst/>
            <a:ahLst/>
            <a:cxnLst/>
            <a:rect l="0" t="0" r="0" b="0"/>
            <a:pathLst>
              <a:path w="100000" h="100000" fill="none">
                <a:moveTo>
                  <a:pt x="0" y="50000"/>
                </a:moveTo>
                <a:cubicBezTo>
                  <a:pt x="25000" y="0"/>
                  <a:pt x="75000" y="100000"/>
                  <a:pt x="100000" y="50000"/>
                </a:cubicBezTo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Gradient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gradFill flip="none" rotWithShape="1">
            <a:gsLst>
              <a:gs pos="0">
                <a:srgbClr val="4F81BD"/>
              </a:gs>
              <a:gs pos="100000">
                <a:srgbClr val="C0504D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Linear gradient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Picture fill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1828800" y="1828800"/>
            <a:ext cx="45720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3200400"/>
            <a:ext cx="2743200" cy="0"/>
          </a:xfrm>
          <a:prstGeom prst="line">
            <a:avLst/>
          </a:prstGeom>
          <a:ln w="19050">
            <a:solidFill>
              <a:srgbClr val="5A7A3B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029200" y="1828800"/>
            <a:ext cx="2743200" cy="0"/>
          </a:xfrm>
          <a:prstGeom prst="line">
            <a:avLst/>
          </a:prstGeom>
          <a:ln w="19050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029200" y="2286000"/>
            <a:ext cx="2743200" cy="0"/>
          </a:xfrm>
          <a:prstGeom prst="line">
            <a:avLst/>
          </a:prstGeom>
          <a:ln w="19050">
            <a:solidFill>
              <a:srgbClr val="C0504D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029200" y="2743200"/>
            <a:ext cx="2743200" cy="0"/>
          </a:xfrm>
          <a:prstGeom prst="line">
            <a:avLst/>
          </a:prstGeom>
          <a:ln w="19050">
            <a:solidFill>
              <a:srgbClr val="4F81BD"/>
            </a:solidFill>
            <a:prstDash val="dash"/>
            <a:headEnd type="diamond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914400" y="4114800"/>
            <a:ext cx="2743200" cy="1371600"/>
          </a:xfrm>
          <a:prstGeom prst="rect">
            <a:avLst/>
          </a:prstGeom>
          <a:noFill/>
          <a:ln w="28575" cap="rnd">
            <a:solidFill>
              <a:srgbClr val="C0504D"/>
            </a:solidFill>
            <a:prstDash val="dot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Dotted border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4114800"/>
            <a:ext cx="2743200" cy="1371600"/>
          </a:xfrm>
          <a:prstGeom prst="rect">
            <a:avLst/>
          </a:prstGeom>
          <a:noFill/>
          <a:ln w="38100" cmpd="dbl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Double border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743200" cy="2286000"/>
          </a:xfrm>
          <a:prstGeom prst="rect">
            <a:avLst/>
          </a:prstGeom>
          <a:noFill/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Centered vertically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645920"/>
            <a:ext cx="2743200" cy="2286000"/>
          </a:xfrm>
          <a:prstGeom prst="rect">
            <a:avLst/>
          </a:prstGeom>
          <a:solidFill>
            <a:srgbClr val="E8EEF7"/>
          </a:solidFill>
          <a:ln>
            <a:solidFill>
              <a:srgbClr val="4F81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 rIns="457200" bIns="457200"/>
          <a:lstStyle/>
          <a:p>
            <a:r>
              <a:t>Wide insets around this text.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4114800"/>
            <a:ext cx="2743200" cy="731520"/>
          </a:xfrm>
          <a:prstGeom prst="rect">
            <a:avLst/>
          </a:prstGeom>
          <a:noFill/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r>
              <a:t>This line should not wrap even though it is long.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Numbering formats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AutoNum type="arabicPeriod"/>
            </a:pPr>
            <a:r>
              <a:t>Arabic period</a:t>
            </a:r>
          </a:p>
          <a:p>
            <a:pPr>
              <a:buAutoNum type="arabic1Minus"/>
            </a:pPr>
            <a:r>
              <a:t>Arabic minus</a:t>
            </a:r>
          </a:p>
          <a:p>
            <a:pPr>
              <a:buAutoNum type="circleNumDbPlain"/>
            </a:pPr>
            <a:r>
              <a:t>Circled number</a:t>
            </a:r>
          </a:p>
          <a:p>
            <a:pPr>
              <a:buAutoNum type="ea1ChsPeriod"/>
            </a:pPr>
            <a:r>
              <a:t>Chinese Simplified</a:t>
            </a:r>
          </a:p>
          <a:p>
            <a:pPr>
              <a:buAutoNum type="ea1JpnKorPlain"/>
            </a:pPr>
            <a:r>
              <a:t>Korean hangul</a:t>
            </a:r>
          </a:p>
          <a:p>
            <a:pPr>
              <a:buAutoNum type="thaiNumPeriod"/>
            </a:pPr>
            <a:r>
              <a:t>Thai digits</a:t>
            </a:r>
          </a:p>
          <a:p>
            <a:pPr>
              <a:buAutoNum type="hebrew2Minus"/>
            </a:pPr>
            <a:r>
              <a:t>Hebrew letter</a:t>
            </a:r>
          </a:p>
          <a:p>
            <a:pPr>
              <a:buBlip>
                <a:blip r:embed="rId2"/>
              </a:buBlip>
            </a:pPr>
            <a:r>
              <a:t>Image bullet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828800"/>
          <a:ext cx="5486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