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98" Type="http://schemas.openxmlformats.org/officeDocument/2006/relationships/commentAuthors" Target="commentAuthors.xml"/></Relationships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